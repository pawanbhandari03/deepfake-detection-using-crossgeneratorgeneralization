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REVIEW-III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Content Authenticity Verification System — Deepfake Detection with Cross-Generator Generalization and Document Tamper Localization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80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Perceptrons: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Pawan Singh Jagdish Bhandari · Rahul H. Bramhankar · Bhoomi Kushwah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G. M. Bhandari (HOD)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JSPM's BSIOTR, Wagholi, Pune · September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video or document — any common format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CLIP ViT-L/14 + our trained classifier; forensic checks (FFT, ELA, metadata)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+ verdict: Authentic / Needs Review / Manipulated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suspicious areas + plain-language reasons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 — cross-generator generalization: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is tested on AI tools it never saw during training. Prototype result: images from ChatGPT's image model (never seen) → AUC 0.84, while a published detector trained on one old generator scores 0.48 (guessing).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Image (Oct–Dec 2026) → Video (Dec–Jan) → Document (Jan–Mar 2027) · Live prototype: deepfake-detector-perceptrons.streamlit.app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information domain analysis complete, consistent and accurate?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information content, flow and structure are all analysed and documented.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inputs (image / video / document files + metadata), intermediate data (frames, face crops, CLIP features, spectra, OCR words, forensic maps), outputs (Evidence, Trust Score, verdict, heatmap, report), stored data (datasets, model weights, calibration).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DFD Level 0 and Level 1, sequence diagram (System Design §7).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one shared Evidence object for all three content types (System Design §8.2).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Consistent: every data item has a defined producer and consumer; checked against the real dataset formats.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problem statement categorized and targeted towards a specific area?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AI → Deep Learning → Computer Vision → Digital Media Forensics.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1: detecting AI-generated images that generalizes to unseen generators.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2: detecting face-manipulated (deepfake) videos.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3: localizing tampered regions in documents (invoices, contracts, IDs).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sectors: journalism and fact-checking, banking and KYC, insurance claims, legal evidence, social-media moderation.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external and internal interfacing properly defined?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four external interfaces and one common internal interface: analyze(file) → Evidence.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web page: upload, Trust Score, verdict, heatmap, explanation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CPU for inference; free cloud GPU (Colab / Kaggle) for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PyTorch, OpenCV, FFmpeg, Tesseract / EasyOCR, PyMuPDF, 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↔ app over HTTPS; GitHub for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→ Analyzer → Evidence → Trust Engine → Report Builder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requirements consistent with schedule, resources and budget?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26 weeks in 3 phases, free tools and GPUs, zero cash cost.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28 Sept 2026 – 28 Mar 2027; PERT expected 25.9 weeks, σ ≈ 1.19, ~96% chance of finishing on time.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3 members with rotating roles; free Colab / Kaggle GPUs; frozen backbone keeps compute small.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no cash spending — open-source software, research datasets, free hosting (Streamlit Community Cloud).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≈ 25 person-months is an effort estimate, not money spent. Out-of-reach items (audio, live streams) were moved out of scope.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requirements traceable to system level?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Requirements Traceability Matrix links every requirement to a module, design section and test.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566160"/>
                <a:gridCol w="22860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and validate a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Valid, invalid, renamed, corrupt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AI-generated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ImageAnalyzer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Per-generator AUC, seen vs unseen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manipulated videos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VideoAnalyzer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FaceForensics++ → Celeb-DF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Localize document tampering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DocumentAnalyzer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F1 / IoU, synthetic +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Score and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error, error of auto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and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ReportBuilder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report lists its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product?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app: upload an image, video or document → Trust Score (0–100), verdict and evidence.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Verdicts: Likely Authentic / Needs Human Review / Likely Manipulated.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heatmap or highlighted edited regions, plus a plain-language explanation.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web app, trained models, own test sets, source code, SRS, design and final reports.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prototype already working — on a laptop and live online (free).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demand for the product?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deepfake fraud causes real losses, new rules require action, and current detectors fail on new AI tools.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projects generative-AI fraud losses in the US could reach $40 billion by 2027 (from $12.3 billion in 2023).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 (Hong Kong, 2024): about $25 million lost after a video call where the ‘CFO’ was a deepfake.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IT Amendment Rules 2026 require platforms to label synthetically generated content.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detectors lose most accuracy on newer generators and on real-world deepfakes.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identification of stakeholders done properly?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identified by who uses the system, who is affected, and who decides.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Fact-checkers, journalists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viral images and videos quickly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/ KYC and insurance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forged documents, fake faces, edited photos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and forensic investigators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they can explain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Social-media moderators, regulators (MeitY)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synthetic content (IT Rules 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public; people shown in 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content; privacy and dignity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Guide, HOD, coordinators, examiners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quality and timely progress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requirements captured and documented in line with the scope?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FR1–FR7 plus non-functional requirements, each mapped to a phase; out-of-scope items listed.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Non-functional: response time, supported formats, reliability (calibrated score, review band), privacy, usability, maintainability.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images, short videos, scanned / photographed documents and PDFs, Trust Score, explanations, web demo.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audio deepfakes, real-time streaming, legal certification, training large language models.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the SRS (IEEE 830), System Design document and project roadmap.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types of analysis classes identified?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boundary, control and entity classes are identified (class diagram in System Design §7.4).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UploadPage (Streamlit UI), ReportView, ModelStore loader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ContentRouter, ImageAnalyzer, VideoAnalyzer, DocumentAnalyzer, TrustEngine, ReportBuilder, Trainer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UploadedFile, Evidence, TrustResult, Report, ModelArtifact, Dataset / DataCard, ForgeryMask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acceptance criteria decided?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measurable targets for every phase (targets, confirmed with the guide).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 AUC ≥ 0.95; average unseen-generator AUC ≥ 0.80, above EfficientNet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FaceForensics++ AUC ≥ 0.90; Celeb-DF (unseen) AUC ≥ 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F1 ≥ 0.70 on synthetic test; better than RGB-only baseline on real forgeries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error ≤ 0.05; automatic-decision error ≤ 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≤ 5 s (target), 30-s video ≤ 60 s, document page ≤ 15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SRS document as per IEEE format complete and correct?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SRS follows IEEE 830 (now ISO/IEC/IEEE 29148): numbered, traceable requirements.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Introduction — purpose, scope, definitions, references, overview.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Overall description — product perspective and functions, user classes, operating environment, constraints, assumptions.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Specific requirements — external interfaces, functional FR1–FR7, performance, design constraints, software attributes.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 — traceability matrix, acceptance criteria, analysis models (DFD, use case, class, sequence diagrams).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8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3840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of project work — Review-III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finalized, requirements analysed, full design done — and a working Phase 1 prototype ahead of schedule.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Projects 2 + 3 into one unified system; literature survey and research-gap study (2023–2026 papers).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analysis: SRS, stakeholders, traceability, acceptance criteria.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Design: architecture, algorithms, UML and DFD diagrams; 26-week roadmap, COCOMO, PERT, risks.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our model never saw ChatGPT or Gemini images, yet detects them (AUC 0.84–0.90); on GitHub and live online.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dataset access requests, JPEG-robust training, calibration (Phase 1).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· Unified Content Authenticity Verification System · The Perceptrons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deepfake-detector-perceptrons.streamlit.app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github.com/PawanBhandari03/DeepFake-Detection-Using-CrossGeneratorGeneralization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Review-III: Requirement Analysis</dc:title>
  <dc:subject>PptxGenJS Presentation</dc:subject>
  <dc:creator>PptxGenJS</dc:creator>
  <cp:lastModifiedBy>PptxGenJS</cp:lastModifiedBy>
  <cp:revision>1</cp:revision>
  <dcterms:created xsi:type="dcterms:W3CDTF">2026-09-27T02:56:08Z</dcterms:created>
  <dcterms:modified xsi:type="dcterms:W3CDTF">2026-09-27T02:56:08Z</dcterms:modified>
</cp:coreProperties>
</file>